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a, Rishikesh" userId="52ed96d1-7253-4a0d-89d8-22ab04fd34d8" providerId="ADAL" clId="{488EED96-ACFB-44A9-9FA2-E3DA03D115AF}"/>
    <pc:docChg chg="custSel modSld modNotesMaster">
      <pc:chgData name="Jha, Rishikesh" userId="52ed96d1-7253-4a0d-89d8-22ab04fd34d8" providerId="ADAL" clId="{488EED96-ACFB-44A9-9FA2-E3DA03D115AF}" dt="2026-10-06T05:43:56.675" v="1" actId="26606"/>
      <pc:docMkLst>
        <pc:docMk/>
      </pc:docMkLst>
      <pc:sldChg chg="addSp modSp mod modNotes">
        <pc:chgData name="Jha, Rishikesh" userId="52ed96d1-7253-4a0d-89d8-22ab04fd34d8" providerId="ADAL" clId="{488EED96-ACFB-44A9-9FA2-E3DA03D115AF}" dt="2026-10-06T05:43:26.151" v="0" actId="26606"/>
        <pc:sldMkLst>
          <pc:docMk/>
          <pc:sldMk cId="100001" sldId="256"/>
        </pc:sldMkLst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100001" sldId="256"/>
            <ac:spMk id="2" creationId="{00000001-0002-4000-8000-000000000000}"/>
          </ac:spMkLst>
        </pc:spChg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100001" sldId="256"/>
            <ac:spMk id="3" creationId="{00000001-0003-4000-8000-000000000000}"/>
          </ac:spMkLst>
        </pc:spChg>
        <pc:picChg chg="add">
          <ac:chgData name="Jha, Rishikesh" userId="52ed96d1-7253-4a0d-89d8-22ab04fd34d8" providerId="ADAL" clId="{488EED96-ACFB-44A9-9FA2-E3DA03D115AF}" dt="2026-10-06T05:43:26.151" v="0" actId="26606"/>
          <ac:picMkLst>
            <pc:docMk/>
            <pc:sldMk cId="100001" sldId="256"/>
            <ac:picMk id="5" creationId="{00000000-0000-0000-0000-000000000000}"/>
          </ac:picMkLst>
        </pc:picChg>
      </pc:sldChg>
      <pc:sldChg chg="addSp modSp mod modNotes">
        <pc:chgData name="Jha, Rishikesh" userId="52ed96d1-7253-4a0d-89d8-22ab04fd34d8" providerId="ADAL" clId="{488EED96-ACFB-44A9-9FA2-E3DA03D115AF}" dt="2026-10-06T05:43:26.151" v="0" actId="26606"/>
        <pc:sldMkLst>
          <pc:docMk/>
          <pc:sldMk cId="300001" sldId="258"/>
        </pc:sldMkLst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300001" sldId="258"/>
            <ac:spMk id="4" creationId="{00000003-0004-4000-8000-000000000000}"/>
          </ac:spMkLst>
        </pc:spChg>
        <pc:spChg chg="mod">
          <ac:chgData name="Jha, Rishikesh" userId="52ed96d1-7253-4a0d-89d8-22ab04fd34d8" providerId="ADAL" clId="{488EED96-ACFB-44A9-9FA2-E3DA03D115AF}" dt="2026-10-06T05:43:26.151" v="0" actId="26606"/>
          <ac:spMkLst>
            <pc:docMk/>
            <pc:sldMk cId="300001" sldId="258"/>
            <ac:spMk id="5" creationId="{00000003-0005-4000-8000-000000000000}"/>
          </ac:spMkLst>
        </pc:spChg>
        <pc:picChg chg="add">
          <ac:chgData name="Jha, Rishikesh" userId="52ed96d1-7253-4a0d-89d8-22ab04fd34d8" providerId="ADAL" clId="{488EED96-ACFB-44A9-9FA2-E3DA03D115AF}" dt="2026-10-06T05:43:26.151" v="0" actId="26606"/>
          <ac:picMkLst>
            <pc:docMk/>
            <pc:sldMk cId="300001" sldId="258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77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  <a:p>
            <a:r>
              <a:rPr lang="fr-FR"/>
              <a:t>[Sources]</a:t>
            </a:r>
          </a:p>
          <a:p>
            <a:r>
              <a:rPr lang="fr-FR"/>
              <a:t>AI-generated illustration based on existing French slide text: café, croissant, apprendre, explorer.</a:t>
            </a:r>
          </a:p>
          <a:p>
            <a:r>
              <a:rPr lang="fr-F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  <a:p>
            <a:r>
              <a:rPr lang="fr-FR"/>
              <a:t>[Sources]</a:t>
            </a:r>
          </a:p>
          <a:p>
            <a:r>
              <a:rPr lang="fr-FR"/>
              <a:t>AI-generated illustration based on existing French slide text: livre, rivière, café, sérénité.</a:t>
            </a:r>
          </a:p>
          <a:p>
            <a:r>
              <a:rPr lang="fr-FR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texte français et tableau fournis par l’utilisateur.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4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66928"/>
            <a:ext cx="10744200" cy="219456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The Art of Living</a:t>
            </a:r>
          </a:p>
          <a:p>
            <a:pPr>
              <a:def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and to Discover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740664" y="3794760"/>
            <a:ext cx="5394960" cy="164592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Every day, an invitation to learn,</a:t>
            </a:r>
          </a:p>
          <a:p>
            <a:pPr>
              <a:def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to breathe and explore.</a:t>
            </a:r>
          </a:p>
        </p:txBody>
      </p:sp>
      <p:pic>
        <p:nvPicPr>
          <p:cNvPr id="5" name="Picture 4" descr="image-b7e7103b7d4444289718c3500fb4409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07208"/>
            <a:ext cx="5029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65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A New 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076700" cy="304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Every day is a new opportunity to learn something extraordinary.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5429250" y="2133600"/>
            <a:ext cx="60579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This morning, the sun shines beautifully in the blue sky and birds sing a sweet melody in the big garden.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5429250" y="3571875"/>
            <a:ext cx="6057900" cy="1266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I like to start my day with a good cup of hot coffee and a fresh croissant from the local bakery.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5429250" y="4962525"/>
            <a:ext cx="60579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Urban life is always full of surprises, movements and interesting encounters with wonderful people.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4524375" cy="1952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Moments</a:t>
            </a:r>
          </a:p>
          <a:p>
            <a:pPr>
              <a:def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serenity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5810250" y="828675"/>
            <a:ext cx="5657850" cy="213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During my free time, I prefer to read a captivating book, listen to classical music or walk quietly along the river.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5806440" y="4681728"/>
            <a:ext cx="5660136" cy="141732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It is an excellent way to relax, forget daily stress and find lasting inner peace.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5806440" y="2770632"/>
            <a:ext cx="5660136" cy="169164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>
              <a:def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Sometimes I find my best friends in a cozy little café around the corner to discuss our future projects and share sincere laughter.</a:t>
            </a:r>
          </a:p>
        </p:txBody>
      </p:sp>
      <p:pic>
        <p:nvPicPr>
          <p:cNvPr id="7" name="Picture 6" descr="image-c1bad64348296a84b39317b12ad033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79776"/>
            <a:ext cx="452628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80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Words and phrases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685800" y="2305050"/>
          <a:ext cx="10820400" cy="32004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8D9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French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8D9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8D9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Phrase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Hello.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Hello.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Hello! Hey, how are you?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Thank you.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Many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171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Thank you so much for your help.</a:t>
                      </a:r>
                    </a:p>
                  </a:txBody>
                  <a:tcPr>
                    <a:solidFill>
                      <a:srgbClr val="FFF5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Jha, Rishikesh</dc:creator>
  <cp:lastModifiedBy>Jha, Rishikesh</cp:lastModifiedBy>
  <cp:revision>1</cp:revision>
  <dcterms:created xsi:type="dcterms:W3CDTF">2026-10-06T05:34:16Z</dcterms:created>
  <dcterms:modified xsi:type="dcterms:W3CDTF">2026-10-06T05:44:06Z</dcterms:modified>
</cp:coreProperties>
</file>