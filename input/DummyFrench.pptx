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57" d="100"/>
          <a:sy n="57" d="100"/>
        </p:scale>
        <p:origin x="48" y="3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ha, Rishikesh" userId="52ed96d1-7253-4a0d-89d8-22ab04fd34d8" providerId="ADAL" clId="{488EED96-ACFB-44A9-9FA2-E3DA03D115AF}"/>
    <pc:docChg chg="custSel modSld modNotesMaster">
      <pc:chgData name="Jha, Rishikesh" userId="52ed96d1-7253-4a0d-89d8-22ab04fd34d8" providerId="ADAL" clId="{488EED96-ACFB-44A9-9FA2-E3DA03D115AF}" dt="2026-10-06T05:43:56.675" v="1" actId="26606"/>
      <pc:docMkLst>
        <pc:docMk/>
      </pc:docMkLst>
      <pc:sldChg chg="addSp modSp mod modNotes">
        <pc:chgData name="Jha, Rishikesh" userId="52ed96d1-7253-4a0d-89d8-22ab04fd34d8" providerId="ADAL" clId="{488EED96-ACFB-44A9-9FA2-E3DA03D115AF}" dt="2026-10-06T05:43:26.151" v="0" actId="26606"/>
        <pc:sldMkLst>
          <pc:docMk/>
          <pc:sldMk cId="100001" sldId="256"/>
        </pc:sldMkLst>
        <pc:spChg chg="mod">
          <ac:chgData name="Jha, Rishikesh" userId="52ed96d1-7253-4a0d-89d8-22ab04fd34d8" providerId="ADAL" clId="{488EED96-ACFB-44A9-9FA2-E3DA03D115AF}" dt="2026-10-06T05:43:26.151" v="0" actId="26606"/>
          <ac:spMkLst>
            <pc:docMk/>
            <pc:sldMk cId="100001" sldId="256"/>
            <ac:spMk id="2" creationId="{00000001-0002-4000-8000-000000000000}"/>
          </ac:spMkLst>
        </pc:spChg>
        <pc:spChg chg="mod">
          <ac:chgData name="Jha, Rishikesh" userId="52ed96d1-7253-4a0d-89d8-22ab04fd34d8" providerId="ADAL" clId="{488EED96-ACFB-44A9-9FA2-E3DA03D115AF}" dt="2026-10-06T05:43:26.151" v="0" actId="26606"/>
          <ac:spMkLst>
            <pc:docMk/>
            <pc:sldMk cId="100001" sldId="256"/>
            <ac:spMk id="3" creationId="{00000001-0003-4000-8000-000000000000}"/>
          </ac:spMkLst>
        </pc:spChg>
        <pc:picChg chg="add">
          <ac:chgData name="Jha, Rishikesh" userId="52ed96d1-7253-4a0d-89d8-22ab04fd34d8" providerId="ADAL" clId="{488EED96-ACFB-44A9-9FA2-E3DA03D115AF}" dt="2026-10-06T05:43:26.151" v="0" actId="26606"/>
          <ac:picMkLst>
            <pc:docMk/>
            <pc:sldMk cId="100001" sldId="256"/>
            <ac:picMk id="5" creationId="{00000000-0000-0000-0000-000000000000}"/>
          </ac:picMkLst>
        </pc:picChg>
      </pc:sldChg>
      <pc:sldChg chg="addSp modSp mod modNotes">
        <pc:chgData name="Jha, Rishikesh" userId="52ed96d1-7253-4a0d-89d8-22ab04fd34d8" providerId="ADAL" clId="{488EED96-ACFB-44A9-9FA2-E3DA03D115AF}" dt="2026-10-06T05:43:26.151" v="0" actId="26606"/>
        <pc:sldMkLst>
          <pc:docMk/>
          <pc:sldMk cId="300001" sldId="258"/>
        </pc:sldMkLst>
        <pc:spChg chg="mod">
          <ac:chgData name="Jha, Rishikesh" userId="52ed96d1-7253-4a0d-89d8-22ab04fd34d8" providerId="ADAL" clId="{488EED96-ACFB-44A9-9FA2-E3DA03D115AF}" dt="2026-10-06T05:43:26.151" v="0" actId="26606"/>
          <ac:spMkLst>
            <pc:docMk/>
            <pc:sldMk cId="300001" sldId="258"/>
            <ac:spMk id="4" creationId="{00000003-0004-4000-8000-000000000000}"/>
          </ac:spMkLst>
        </pc:spChg>
        <pc:spChg chg="mod">
          <ac:chgData name="Jha, Rishikesh" userId="52ed96d1-7253-4a0d-89d8-22ab04fd34d8" providerId="ADAL" clId="{488EED96-ACFB-44A9-9FA2-E3DA03D115AF}" dt="2026-10-06T05:43:26.151" v="0" actId="26606"/>
          <ac:spMkLst>
            <pc:docMk/>
            <pc:sldMk cId="300001" sldId="258"/>
            <ac:spMk id="5" creationId="{00000003-0005-4000-8000-000000000000}"/>
          </ac:spMkLst>
        </pc:spChg>
        <pc:picChg chg="add">
          <ac:chgData name="Jha, Rishikesh" userId="52ed96d1-7253-4a0d-89d8-22ab04fd34d8" providerId="ADAL" clId="{488EED96-ACFB-44A9-9FA2-E3DA03D115AF}" dt="2026-10-06T05:43:26.151" v="0" actId="26606"/>
          <ac:picMkLst>
            <pc:docMk/>
            <pc:sldMk cId="300001" sldId="258"/>
            <ac:picMk id="7" creationId="{00000000-0000-0000-0000-000000000000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617770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 : texte français et tableau fournis par l’utilisateur.</a:t>
            </a:r>
          </a:p>
          <a:p>
            <a:r>
              <a:rPr lang="fr-FR"/>
              <a:t>[Sources]</a:t>
            </a:r>
          </a:p>
          <a:p>
            <a:r>
              <a:rPr lang="fr-FR"/>
              <a:t>AI-generated illustration based on existing French slide text: café, croissant, apprendre, explorer.</a:t>
            </a:r>
          </a:p>
          <a:p>
            <a:r>
              <a:rPr lang="fr-FR"/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 : texte français et tableau fournis par l’utilisateur.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 : texte français et tableau fournis par l’utilisateur.</a:t>
            </a:r>
          </a:p>
          <a:p>
            <a:r>
              <a:rPr lang="fr-FR"/>
              <a:t>[Sources]</a:t>
            </a:r>
          </a:p>
          <a:p>
            <a:r>
              <a:rPr lang="fr-FR"/>
              <a:t>AI-generated illustration based on existing French slide text: livre, rivière, café, sérénité.</a:t>
            </a:r>
          </a:p>
          <a:p>
            <a:r>
              <a:rPr lang="fr-FR"/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 : texte français et tableau fournis par l’utilisateur.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453490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D9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0000001-0001-4000-8000-000000000000}"/>
              </a:ext>
            </a:extLst>
          </p:cNvPr>
          <p:cNvSpPr>
            <a:spLocks noGrp="1"/>
          </p:cNvSpPr>
          <p:nvPr/>
        </p:nvSpPr>
        <p:spPr>
          <a:xfrm>
            <a:off x="11049000" y="6191250"/>
            <a:ext cx="571500" cy="304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500" b="1">
                <a:solidFill>
                  <a:srgbClr val="171717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171717"/>
                </a:solidFill>
                <a:latin typeface="DejaVu Sans"/>
                <a:ea typeface="DejaVu Sans"/>
                <a:cs typeface="DejaVu Sans"/>
              </a:rPr>
              <a:t>01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0000001-0002-4000-8000-000000000000}"/>
              </a:ext>
            </a:extLst>
          </p:cNvPr>
          <p:cNvSpPr>
            <a:spLocks noGrp="1"/>
          </p:cNvSpPr>
          <p:nvPr/>
        </p:nvSpPr>
        <p:spPr>
          <a:xfrm>
            <a:off x="685800" y="566928"/>
            <a:ext cx="10744200" cy="2194560"/>
          </a:xfrm>
          <a:prstGeom prst="rect">
            <a:avLst/>
          </a:prstGeom>
          <a:noFill/>
          <a:ln w="0">
            <a:noFill/>
          </a:ln>
        </p:spPr>
        <p:txBody>
          <a:bodyPr wrap="square" anchor="t">
            <a:noAutofit/>
          </a:bodyPr>
          <a:lstStyle/>
          <a:p>
            <a:pPr>
              <a:defRPr sz="6300" b="1">
                <a:solidFill>
                  <a:srgbClr val="171717"/>
                </a:solidFill>
                <a:latin typeface="DejaVu Sans"/>
                <a:ea typeface="DejaVu Sans"/>
                <a:cs typeface="DejaVu Sans"/>
              </a:defRPr>
            </a:pPr>
            <a:r>
              <a:rPr sz="6300" b="1">
                <a:solidFill>
                  <a:srgbClr val="171717"/>
                </a:solidFill>
                <a:latin typeface="DejaVu Sans"/>
                <a:ea typeface="DejaVu Sans"/>
                <a:cs typeface="DejaVu Sans"/>
              </a:rPr>
              <a:t>L’Art de Vivre</a:t>
            </a:r>
          </a:p>
          <a:p>
            <a:pPr>
              <a:defRPr sz="6300" b="1">
                <a:solidFill>
                  <a:srgbClr val="171717"/>
                </a:solidFill>
                <a:latin typeface="DejaVu Sans"/>
                <a:ea typeface="DejaVu Sans"/>
                <a:cs typeface="DejaVu Sans"/>
              </a:defRPr>
            </a:pPr>
            <a:r>
              <a:rPr sz="6300" b="1">
                <a:solidFill>
                  <a:srgbClr val="171717"/>
                </a:solidFill>
                <a:latin typeface="DejaVu Sans"/>
                <a:ea typeface="DejaVu Sans"/>
                <a:cs typeface="DejaVu Sans"/>
              </a:rPr>
              <a:t>et de Découvrir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0000001-0003-4000-8000-000000000000}"/>
              </a:ext>
            </a:extLst>
          </p:cNvPr>
          <p:cNvSpPr>
            <a:spLocks noGrp="1"/>
          </p:cNvSpPr>
          <p:nvPr/>
        </p:nvSpPr>
        <p:spPr>
          <a:xfrm>
            <a:off x="740664" y="3794760"/>
            <a:ext cx="5394960" cy="1645920"/>
          </a:xfrm>
          <a:prstGeom prst="rect">
            <a:avLst/>
          </a:prstGeom>
          <a:noFill/>
          <a:ln w="0">
            <a:noFill/>
          </a:ln>
        </p:spPr>
        <p:txBody>
          <a:bodyPr wrap="square" anchor="t">
            <a:noAutofit/>
          </a:bodyPr>
          <a:lstStyle/>
          <a:p>
            <a:pPr>
              <a:defRPr sz="2250" b="0">
                <a:solidFill>
                  <a:srgbClr val="171717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171717"/>
                </a:solidFill>
                <a:latin typeface="DejaVu Sans"/>
                <a:ea typeface="DejaVu Sans"/>
                <a:cs typeface="DejaVu Sans"/>
              </a:rPr>
              <a:t>Chaque jour, une invitation à apprendre,</a:t>
            </a:r>
          </a:p>
          <a:p>
            <a:pPr>
              <a:defRPr sz="2250" b="0">
                <a:solidFill>
                  <a:srgbClr val="171717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171717"/>
                </a:solidFill>
                <a:latin typeface="DejaVu Sans"/>
                <a:ea typeface="DejaVu Sans"/>
                <a:cs typeface="DejaVu Sans"/>
              </a:rPr>
              <a:t>à respirer et à explorer.</a:t>
            </a:r>
          </a:p>
        </p:txBody>
      </p:sp>
      <p:pic>
        <p:nvPicPr>
          <p:cNvPr id="5" name="Picture 4" descr="image-b7e7103b7d4444289718c3500fb4409d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6520" y="2807208"/>
            <a:ext cx="5029200" cy="335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0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D9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00000002-0001-4000-8000-000000000000}"/>
              </a:ext>
            </a:extLst>
          </p:cNvPr>
          <p:cNvSpPr>
            <a:spLocks noGrp="1"/>
          </p:cNvSpPr>
          <p:nvPr/>
        </p:nvSpPr>
        <p:spPr>
          <a:xfrm>
            <a:off x="11049000" y="6191250"/>
            <a:ext cx="571500" cy="304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500" b="1">
                <a:solidFill>
                  <a:srgbClr val="171717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171717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0000002-0002-4000-8000-000000000000}"/>
              </a:ext>
            </a:extLst>
          </p:cNvPr>
          <p:cNvSpPr>
            <a:spLocks noGrp="1"/>
          </p:cNvSpPr>
          <p:nvPr/>
        </p:nvSpPr>
        <p:spPr>
          <a:xfrm>
            <a:off x="685800" y="590550"/>
            <a:ext cx="10820400" cy="8572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4650" b="1">
                <a:solidFill>
                  <a:srgbClr val="171717"/>
                </a:solidFill>
                <a:latin typeface="DejaVu Sans"/>
                <a:ea typeface="DejaVu Sans"/>
                <a:cs typeface="DejaVu Sans"/>
              </a:defRPr>
            </a:pPr>
            <a:r>
              <a:rPr sz="4650" b="1">
                <a:solidFill>
                  <a:srgbClr val="171717"/>
                </a:solidFill>
                <a:latin typeface="DejaVu Sans"/>
                <a:ea typeface="DejaVu Sans"/>
                <a:cs typeface="DejaVu Sans"/>
              </a:rPr>
              <a:t>Un nouveau jour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0000002-0003-4000-8000-000000000000}"/>
              </a:ext>
            </a:extLst>
          </p:cNvPr>
          <p:cNvSpPr>
            <a:spLocks noGrp="1"/>
          </p:cNvSpPr>
          <p:nvPr/>
        </p:nvSpPr>
        <p:spPr>
          <a:xfrm>
            <a:off x="685800" y="2200275"/>
            <a:ext cx="4076700" cy="3048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3000" b="1">
                <a:solidFill>
                  <a:srgbClr val="171717"/>
                </a:solidFill>
                <a:latin typeface="DejaVu Sans"/>
                <a:ea typeface="DejaVu Sans"/>
                <a:cs typeface="DejaVu Sans"/>
              </a:defRPr>
            </a:pPr>
            <a:r>
              <a:rPr sz="3000" b="1">
                <a:solidFill>
                  <a:srgbClr val="171717"/>
                </a:solidFill>
                <a:latin typeface="DejaVu Sans"/>
                <a:ea typeface="DejaVu Sans"/>
                <a:cs typeface="DejaVu Sans"/>
              </a:rPr>
              <a:t>Chaque jour est une nouvelle opportunité pour apprendre quelque chose d’extraordinaire.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0000002-0004-4000-8000-000000000000}"/>
              </a:ext>
            </a:extLst>
          </p:cNvPr>
          <p:cNvSpPr>
            <a:spLocks noGrp="1"/>
          </p:cNvSpPr>
          <p:nvPr/>
        </p:nvSpPr>
        <p:spPr>
          <a:xfrm>
            <a:off x="5429250" y="2133600"/>
            <a:ext cx="6057900" cy="1333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2100" b="0">
                <a:solidFill>
                  <a:srgbClr val="171717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71717"/>
                </a:solidFill>
                <a:latin typeface="DejaVu Sans"/>
                <a:ea typeface="DejaVu Sans"/>
                <a:cs typeface="DejaVu Sans"/>
              </a:rPr>
              <a:t>Ce matin, le soleil brille magnifiquement dans le ciel bleu et les oiseaux chantent une mélodie douce dans le grand jardin.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0000002-0005-4000-8000-000000000000}"/>
              </a:ext>
            </a:extLst>
          </p:cNvPr>
          <p:cNvSpPr>
            <a:spLocks noGrp="1"/>
          </p:cNvSpPr>
          <p:nvPr/>
        </p:nvSpPr>
        <p:spPr>
          <a:xfrm>
            <a:off x="5429250" y="3571875"/>
            <a:ext cx="6057900" cy="12668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2100" b="0">
                <a:solidFill>
                  <a:srgbClr val="171717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71717"/>
                </a:solidFill>
                <a:latin typeface="DejaVu Sans"/>
                <a:ea typeface="DejaVu Sans"/>
                <a:cs typeface="DejaVu Sans"/>
              </a:rPr>
              <a:t>J’aime commencer ma journée avec une bonne tasse de café chaud et un croissant frais de la boulangerie locale.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0000002-0006-4000-8000-000000000000}"/>
              </a:ext>
            </a:extLst>
          </p:cNvPr>
          <p:cNvSpPr>
            <a:spLocks noGrp="1"/>
          </p:cNvSpPr>
          <p:nvPr/>
        </p:nvSpPr>
        <p:spPr>
          <a:xfrm>
            <a:off x="5429250" y="4962525"/>
            <a:ext cx="6057900" cy="12192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2100" b="0">
                <a:solidFill>
                  <a:srgbClr val="171717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71717"/>
                </a:solidFill>
                <a:latin typeface="DejaVu Sans"/>
                <a:ea typeface="DejaVu Sans"/>
                <a:cs typeface="DejaVu Sans"/>
              </a:rPr>
              <a:t>La vie urbaine est toujours pleine de surprises, de mouvements et de rencontres intéressantes avec des personnes formidables.</a:t>
            </a:r>
          </a:p>
        </p:txBody>
      </p:sp>
    </p:spTree>
    <p:extLst>
      <p:ext uri="{BB962C8B-B14F-4D97-AF65-F5344CB8AC3E}">
        <p14:creationId xmlns:p14="http://schemas.microsoft.com/office/powerpoint/2010/main" val="2000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D9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00000003-0001-4000-8000-000000000000}"/>
              </a:ext>
            </a:extLst>
          </p:cNvPr>
          <p:cNvSpPr>
            <a:spLocks noGrp="1"/>
          </p:cNvSpPr>
          <p:nvPr/>
        </p:nvSpPr>
        <p:spPr>
          <a:xfrm>
            <a:off x="11049000" y="6191250"/>
            <a:ext cx="571500" cy="304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500" b="1">
                <a:solidFill>
                  <a:srgbClr val="171717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171717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0000003-0002-4000-8000-000000000000}"/>
              </a:ext>
            </a:extLst>
          </p:cNvPr>
          <p:cNvSpPr>
            <a:spLocks noGrp="1"/>
          </p:cNvSpPr>
          <p:nvPr/>
        </p:nvSpPr>
        <p:spPr>
          <a:xfrm>
            <a:off x="685800" y="714375"/>
            <a:ext cx="4524375" cy="19526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4500" b="1">
                <a:solidFill>
                  <a:srgbClr val="171717"/>
                </a:solidFill>
                <a:latin typeface="DejaVu Sans"/>
                <a:ea typeface="DejaVu Sans"/>
                <a:cs typeface="DejaVu Sans"/>
              </a:defRPr>
            </a:pPr>
            <a:r>
              <a:rPr sz="4500" b="1">
                <a:solidFill>
                  <a:srgbClr val="171717"/>
                </a:solidFill>
                <a:latin typeface="DejaVu Sans"/>
                <a:ea typeface="DejaVu Sans"/>
                <a:cs typeface="DejaVu Sans"/>
              </a:rPr>
              <a:t>Moments</a:t>
            </a:r>
          </a:p>
          <a:p>
            <a:pPr>
              <a:defRPr sz="4500" b="1">
                <a:solidFill>
                  <a:srgbClr val="171717"/>
                </a:solidFill>
                <a:latin typeface="DejaVu Sans"/>
                <a:ea typeface="DejaVu Sans"/>
                <a:cs typeface="DejaVu Sans"/>
              </a:defRPr>
            </a:pPr>
            <a:r>
              <a:rPr sz="4500" b="1">
                <a:solidFill>
                  <a:srgbClr val="171717"/>
                </a:solidFill>
                <a:latin typeface="DejaVu Sans"/>
                <a:ea typeface="DejaVu Sans"/>
                <a:cs typeface="DejaVu Sans"/>
              </a:rPr>
              <a:t>de sérénité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0000003-0003-4000-8000-000000000000}"/>
              </a:ext>
            </a:extLst>
          </p:cNvPr>
          <p:cNvSpPr>
            <a:spLocks noGrp="1"/>
          </p:cNvSpPr>
          <p:nvPr/>
        </p:nvSpPr>
        <p:spPr>
          <a:xfrm>
            <a:off x="5810250" y="828675"/>
            <a:ext cx="5657850" cy="2133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2175" b="0">
                <a:solidFill>
                  <a:srgbClr val="171717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171717"/>
                </a:solidFill>
                <a:latin typeface="DejaVu Sans"/>
                <a:ea typeface="DejaVu Sans"/>
                <a:cs typeface="DejaVu Sans"/>
              </a:rPr>
              <a:t>Pendant mon temps libre, je préfère lire un livre captivant, écouter de la musique classique ou me promener tranquillement le long de la rivière.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0000003-0004-4000-8000-000000000000}"/>
              </a:ext>
            </a:extLst>
          </p:cNvPr>
          <p:cNvSpPr>
            <a:spLocks noGrp="1"/>
          </p:cNvSpPr>
          <p:nvPr/>
        </p:nvSpPr>
        <p:spPr>
          <a:xfrm>
            <a:off x="5806440" y="4681728"/>
            <a:ext cx="5660136" cy="1417320"/>
          </a:xfrm>
          <a:prstGeom prst="rect">
            <a:avLst/>
          </a:prstGeom>
          <a:noFill/>
          <a:ln w="0">
            <a:noFill/>
          </a:ln>
        </p:spPr>
        <p:txBody>
          <a:bodyPr wrap="square" anchor="t">
            <a:noAutofit/>
          </a:bodyPr>
          <a:lstStyle/>
          <a:p>
            <a:pPr>
              <a:defRPr sz="2250" b="0">
                <a:solidFill>
                  <a:srgbClr val="171717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171717"/>
                </a:solidFill>
                <a:latin typeface="DejaVu Sans"/>
                <a:ea typeface="DejaVu Sans"/>
                <a:cs typeface="DejaVu Sans"/>
              </a:rPr>
              <a:t>C’est un excellent moyen de se détendre, d’oublier le stress quotidien et de trouver une paix intérieure durable.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0000003-0005-4000-8000-000000000000}"/>
              </a:ext>
            </a:extLst>
          </p:cNvPr>
          <p:cNvSpPr>
            <a:spLocks noGrp="1"/>
          </p:cNvSpPr>
          <p:nvPr/>
        </p:nvSpPr>
        <p:spPr>
          <a:xfrm>
            <a:off x="5806440" y="2770632"/>
            <a:ext cx="5660136" cy="1691640"/>
          </a:xfrm>
          <a:prstGeom prst="rect">
            <a:avLst/>
          </a:prstGeom>
          <a:noFill/>
          <a:ln w="0">
            <a:noFill/>
          </a:ln>
        </p:spPr>
        <p:txBody>
          <a:bodyPr wrap="square" anchor="t">
            <a:noAutofit/>
          </a:bodyPr>
          <a:lstStyle/>
          <a:p>
            <a:pPr>
              <a:defRPr sz="2175" b="0">
                <a:solidFill>
                  <a:srgbClr val="171717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171717"/>
                </a:solidFill>
                <a:latin typeface="DejaVu Sans"/>
                <a:ea typeface="DejaVu Sans"/>
                <a:cs typeface="DejaVu Sans"/>
              </a:rPr>
              <a:t>Parfois, je retrouve mes meilleurs amis dans un petit café chaleureux au coin de la rue pour discuter de nos projets futurs et partager des rires sincères.</a:t>
            </a:r>
          </a:p>
        </p:txBody>
      </p:sp>
      <p:pic>
        <p:nvPicPr>
          <p:cNvPr id="7" name="Picture 6" descr="image-c1bad64348296a84b39317b12ad033ed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779776"/>
            <a:ext cx="4526280" cy="3017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0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D9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0000004-0001-4000-8000-000000000000}"/>
              </a:ext>
            </a:extLst>
          </p:cNvPr>
          <p:cNvSpPr>
            <a:spLocks noGrp="1"/>
          </p:cNvSpPr>
          <p:nvPr/>
        </p:nvSpPr>
        <p:spPr>
          <a:xfrm>
            <a:off x="11049000" y="6191250"/>
            <a:ext cx="571500" cy="304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500" b="1">
                <a:solidFill>
                  <a:srgbClr val="171717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171717"/>
                </a:solidFill>
                <a:latin typeface="DejaVu Sans"/>
                <a:ea typeface="DejaVu Sans"/>
                <a:cs typeface="DejaVu Sans"/>
              </a:rPr>
              <a:t>04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0000004-0002-4000-8000-000000000000}"/>
              </a:ext>
            </a:extLst>
          </p:cNvPr>
          <p:cNvSpPr>
            <a:spLocks noGrp="1"/>
          </p:cNvSpPr>
          <p:nvPr/>
        </p:nvSpPr>
        <p:spPr>
          <a:xfrm>
            <a:off x="685800" y="666750"/>
            <a:ext cx="10820400" cy="952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4800" b="1">
                <a:solidFill>
                  <a:srgbClr val="171717"/>
                </a:solidFill>
                <a:latin typeface="DejaVu Sans"/>
                <a:ea typeface="DejaVu Sans"/>
                <a:cs typeface="DejaVu Sans"/>
              </a:defRPr>
            </a:pPr>
            <a:r>
              <a:rPr sz="4800" b="1">
                <a:solidFill>
                  <a:srgbClr val="171717"/>
                </a:solidFill>
                <a:latin typeface="DejaVu Sans"/>
                <a:ea typeface="DejaVu Sans"/>
                <a:cs typeface="DejaVu Sans"/>
              </a:rPr>
              <a:t>Mots et phrases</a:t>
            </a:r>
          </a:p>
        </p:txBody>
      </p:sp>
      <p:graphicFrame>
        <p:nvGraphicFramePr>
          <p:cNvPr id="3" name="Table 2"/>
          <p:cNvGraphicFramePr/>
          <p:nvPr/>
        </p:nvGraphicFramePr>
        <p:xfrm>
          <a:off x="685800" y="2305050"/>
          <a:ext cx="10820400" cy="3200400"/>
        </p:xfrm>
        <a:graphic>
          <a:graphicData uri="http://schemas.openxmlformats.org/drawingml/2006/table">
            <a:tbl>
              <a:tblPr/>
              <a:tblGrid>
                <a:gridCol w="2143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38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38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62000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8D9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Français</a:t>
                      </a:r>
                    </a:p>
                  </a:txBody>
                  <a:tcPr>
                    <a:solidFill>
                      <a:srgbClr val="1717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8D9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Valeur</a:t>
                      </a:r>
                    </a:p>
                  </a:txBody>
                  <a:tcPr>
                    <a:solidFill>
                      <a:srgbClr val="1717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8D9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Phrase</a:t>
                      </a:r>
                    </a:p>
                  </a:txBody>
                  <a:tcPr>
                    <a:solidFill>
                      <a:srgbClr val="1717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00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7171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Bonjour</a:t>
                      </a:r>
                    </a:p>
                  </a:txBody>
                  <a:tcPr>
                    <a:solidFill>
                      <a:srgbClr val="FFF5B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171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Salut</a:t>
                      </a:r>
                    </a:p>
                  </a:txBody>
                  <a:tcPr>
                    <a:solidFill>
                      <a:srgbClr val="FFF5B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171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Bonjour ! Salut, comment vas-tu ?</a:t>
                      </a:r>
                    </a:p>
                  </a:txBody>
                  <a:tcPr>
                    <a:solidFill>
                      <a:srgbClr val="FFF5B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00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7171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Merci</a:t>
                      </a:r>
                    </a:p>
                  </a:txBody>
                  <a:tcPr>
                    <a:solidFill>
                      <a:srgbClr val="FFF5B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171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Beaucoup</a:t>
                      </a:r>
                    </a:p>
                  </a:txBody>
                  <a:tcPr>
                    <a:solidFill>
                      <a:srgbClr val="FFF5B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171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Merci beaucoup pour votre aide.</a:t>
                      </a:r>
                    </a:p>
                  </a:txBody>
                  <a:tcPr>
                    <a:solidFill>
                      <a:srgbClr val="FFF5B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0001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290</Words>
  <Application>Microsoft Office PowerPoint</Application>
  <PresentationFormat>Widescreen</PresentationFormat>
  <Paragraphs>38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6" baseType="lpstr">
      <vt:lpstr>DejaVu Sans</vt:lpstr>
      <vt:lpstr>ChatGPT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Jha, Rishikesh</dc:creator>
  <cp:lastModifiedBy>Jha, Rishikesh</cp:lastModifiedBy>
  <cp:revision>1</cp:revision>
  <dcterms:created xsi:type="dcterms:W3CDTF">2026-10-06T05:34:16Z</dcterms:created>
  <dcterms:modified xsi:type="dcterms:W3CDTF">2026-10-06T05:44:06Z</dcterms:modified>
</cp:coreProperties>
</file>